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247fe399a724b99" Type="http://schemas.openxmlformats.org/officeDocument/2006/relationships/officeDocument" Target="ppt/presentation.xml"/><Relationship Id="Ra9839d337a4e4e2c" Type="http://schemas.openxmlformats.org/package/2006/relationships/metadata/core-properties" Target="docProps/core.xml"/><Relationship Id="Rb151088c82114aaa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087ec58f7b41f4"/>
  </p:sldMasterIdLst>
  <p:notesMasterIdLst>
    <p:notesMasterId xmlns:r="http://schemas.openxmlformats.org/officeDocument/2006/relationships" r:id="Ra4d76c69206846be"/>
  </p:notesMasterIdLst>
  <p:sldIdLst>
    <p:sldId xmlns:r="http://schemas.openxmlformats.org/officeDocument/2006/relationships" id="256" r:id="Rffe087a6e7d2439f"/>
    <p:sldId xmlns:r="http://schemas.openxmlformats.org/officeDocument/2006/relationships" id="257" r:id="Rb518da09aa224f3f"/>
    <p:sldId xmlns:r="http://schemas.openxmlformats.org/officeDocument/2006/relationships" id="258" r:id="Re7ce3f4ca14146d7"/>
    <p:sldId xmlns:r="http://schemas.openxmlformats.org/officeDocument/2006/relationships" id="259" r:id="Ra355c990298a48c4"/>
    <p:sldId xmlns:r="http://schemas.openxmlformats.org/officeDocument/2006/relationships" id="260" r:id="Rb92a035a7e734fdf"/>
    <p:sldId xmlns:r="http://schemas.openxmlformats.org/officeDocument/2006/relationships" id="261" r:id="R9d844a0b11ab467c"/>
    <p:sldId xmlns:r="http://schemas.openxmlformats.org/officeDocument/2006/relationships" id="262" r:id="R6bb3badd4b3f4ba7"/>
    <p:sldId xmlns:r="http://schemas.openxmlformats.org/officeDocument/2006/relationships" id="263" r:id="R9c998883219842ba"/>
    <p:sldId xmlns:r="http://schemas.openxmlformats.org/officeDocument/2006/relationships" id="264" r:id="R47d0ef17594149d6"/>
    <p:sldId xmlns:r="http://schemas.openxmlformats.org/officeDocument/2006/relationships" id="265" r:id="R68711289d71b43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5087ec58f7b41f4" Type="http://schemas.openxmlformats.org/officeDocument/2006/relationships/slideMaster" Target="slideMasters/slideMaster1.xml"/><Relationship Id="R47d0ef17594149d6" Type="http://schemas.openxmlformats.org/officeDocument/2006/relationships/slide" Target="slides/slide9.xml"/><Relationship Id="R68711289d71b43dc" Type="http://schemas.openxmlformats.org/officeDocument/2006/relationships/slide" Target="slides/slide10.xml"/><Relationship Id="R6bb3badd4b3f4ba7" Type="http://schemas.openxmlformats.org/officeDocument/2006/relationships/slide" Target="slides/slide7.xml"/><Relationship Id="R8e958741643e48ac" Type="http://schemas.openxmlformats.org/officeDocument/2006/relationships/tableStyles" Target="tableStyles.xml"/><Relationship Id="R9c998883219842ba" Type="http://schemas.openxmlformats.org/officeDocument/2006/relationships/slide" Target="slides/slide8.xml"/><Relationship Id="R9d844a0b11ab467c" Type="http://schemas.openxmlformats.org/officeDocument/2006/relationships/slide" Target="slides/slide6.xml"/><Relationship Id="Ra355c990298a48c4" Type="http://schemas.openxmlformats.org/officeDocument/2006/relationships/slide" Target="slides/slide4.xml"/><Relationship Id="Ra4d76c69206846be" Type="http://schemas.openxmlformats.org/officeDocument/2006/relationships/notesMaster" Target="notesMasters/notesMaster1.xml"/><Relationship Id="Ra978c485dabb4237" Type="http://schemas.openxmlformats.org/officeDocument/2006/relationships/presProps" Target="presProps.xml"/><Relationship Id="Rb518da09aa224f3f" Type="http://schemas.openxmlformats.org/officeDocument/2006/relationships/slide" Target="slides/slide2.xml"/><Relationship Id="Rb92a035a7e734fdf" Type="http://schemas.openxmlformats.org/officeDocument/2006/relationships/slide" Target="slides/slide5.xml"/><Relationship Id="Re7ce3f4ca14146d7" Type="http://schemas.openxmlformats.org/officeDocument/2006/relationships/slide" Target="slides/slide3.xml"/><Relationship Id="Rf40e7849cb2f4b76" Type="http://schemas.openxmlformats.org/officeDocument/2006/relationships/theme" Target="theme/theme1.xml"/><Relationship Id="Rffe087a6e7d2439f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047beb669f54c6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96ebabab4bd4aad" Type="http://schemas.openxmlformats.org/officeDocument/2006/relationships/slide" Target="../slides/slide1.xml"/><Relationship Id="Rf6b37e62ebe64233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ceda8acee8e6498d" Type="http://schemas.openxmlformats.org/officeDocument/2006/relationships/notesMaster" Target="../notesMasters/notesMaster1.xml"/><Relationship Id="Rf0748cc1088044cf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62c783d268db4fda" Type="http://schemas.openxmlformats.org/officeDocument/2006/relationships/notesMaster" Target="../notesMasters/notesMaster1.xml"/><Relationship Id="Ref727593e48e4d0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fe8277f504a47bd" Type="http://schemas.openxmlformats.org/officeDocument/2006/relationships/slide" Target="../slides/slide4.xml"/><Relationship Id="Rff60eae52ee64a3d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7bdeb1b8c384255" Type="http://schemas.openxmlformats.org/officeDocument/2006/relationships/notesMaster" Target="../notesMasters/notesMaster1.xml"/><Relationship Id="R347e19b8d8624a1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2d7041623be421d" Type="http://schemas.openxmlformats.org/officeDocument/2006/relationships/slide" Target="../slides/slide6.xml"/><Relationship Id="Rfbcefc5132584539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b2ee017026d49ce" Type="http://schemas.openxmlformats.org/officeDocument/2006/relationships/notesMaster" Target="../notesMasters/notesMaster1.xml"/><Relationship Id="Ra8efb357c2d04a5e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ba31f5043f7d4692" Type="http://schemas.openxmlformats.org/officeDocument/2006/relationships/slide" Target="../slides/slide8.xml"/><Relationship Id="Rbf567c0981b24eac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edac21805b94e05" Type="http://schemas.openxmlformats.org/officeDocument/2006/relationships/notesMaster" Target="../notesMasters/notesMaster1.xml"/><Relationship Id="Rbb684f2935c4486b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c52f385e8ae4391" Type="http://schemas.openxmlformats.org/officeDocument/2006/relationships/slide" Target="../slides/slide10.xml"/><Relationship Id="Rc559ecf127e347fe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안녕하세요. 제가 만든 여행 앱 한걸음을 소개하겠습니다. 저는 혼자 뚜벅이 여행을 계획할 때 장소를 찾기 어렵고, 장소 운영시간과 이동 경로를 각각 따로 확인해야 해서 불편했습니다. 그래서 장소 탐색과 하루 계획을 한 흐름에서 할 수 있는 모바일 웹앱을 만들었습니다. 오늘은 제가 가장 공들인 홈 화면에서 시작해 실제 사용 순서대로 보여드리겠습니다.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출처: 2026-10-07 한걸음 공개 모바일 웹앱 캡처. 발표 원고 기준 시간 0:25.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홈 화면은 앱에서 가장 공을 들인 부분입니다. 첫 문구와 여행 지도를 든 거북이로 여행을 시작하는 느낌을 만들고, 검색창과 취향 선택을 바로 아래에 놓았습니다. 그 다음에는 도시를 사진 카드로 고를 수 있습니다. 목포는 실제 여행 화면으로 들어가고, 강릉과 경주는 아직 미리보기와 경로 검증 단계라고 표시합니다. 사용자는 먼저 가고 싶은 도시를 고른 뒤 장소와 코스를 살펴봅니다.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출처: 2026-10-07 한걸음 공개 모바일 웹앱 캡처. 발표 원고 기준 시간 0:50.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목포 카드를 누르면 도시 소개가 열립니다. 여기서 세 가지 탭으로 내용을 살펴볼 수 있습니다. 추천 루트에서는 테마와 출발·도착 맞춤 진입점을 보고, 여행지에서는 장소 카드를 훑어봅니다. 여행 정보에는 이 도시를 어떤 방식으로 둘러볼지와 방문 전 확인할 점을 모았습니다. 도시를 처음 보는 사람도 지도에 들어가기 전에 대략적인 선택지를 파악할 수 있게 구성했습니다.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출처: 2026-10-07 한걸음 공개 모바일 웹앱 캡처. 발표 원고 기준 시간 0:40.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목포 지도에서는 장소 핀과 아래쪽 장소 카드를 함께 봅니다. 지도와 목록 보기를 바꿀 수 있고, 카페처럼 원하는 유형만 골라 볼 수도 있습니다. 지도 위의 핀은 장소의 대표 위치이므로 실제 출입구와 같다고 단정하지 않습니다. 여행자는 먼저 권역을 살피고 관심이 가는 장소를 눌러 상세 정보를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출처: 2026-10-07 한걸음 공개 모바일 웹앱 캡처. 발표 원고 기준 시간 0:45.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장소 상세는 방문 안내와 운영시간을 분리했습니다. 예를 들어 유달산 화면에서는 위치와 기본 안내를 보고, 운영시간 탭에서는 구역과 시설별로 확인해야 할 내용을 읽을 수 있습니다. 함께 둘러보기는 같은 취향의 장소를 이어서 탐색할 때 사용합니다. 이 정보는 조사 시점 기준이므로 휴무, 입장, 실제 출입구는 여행 당일 다시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출처: 2026-10-07 한걸음 공개 모바일 웹앱 캡처. 발표 원고 기준 시간 0:40.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추천 루트에는 출발지와 도착지, 날짜와 시간을 정하는 맞춤 방식이 있습니다. 테마별 화면에서는 준비된 주제를 훑어볼 수 있습니다. 오른쪽은 현재 앱에서 실제로 확인한 검토용 루트 화면입니다. 방문 순서는 지도에 나타나지만, 이 예시의 장소 사이 도보 거리는 미확인이라고 표시됩니다. 따라서 이 화면을 이동시간까지 검증된 완성 코스로 소개하지 않겠습니다. 사용자는 방문 순서를 출발점으로 삼고, 미확인 이동과 영업 조건을 확인한 뒤 계획표에서 조정할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출처: 2026-10-07 한걸음 공개 모바일 웹앱 캡처. 발표 원고 기준 시간 1:00.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직접 계획을 만들고 싶다면 계획표를 엽니다. 날짜와 시작 시각을 정하고, 시간 칸을 누르면 그 시간에 넣을 수 있는 장소 후보와 직접 입력 항목이 나옵니다. 예시에서는 오전 9시에 한 장소를 넣었습니다. 입력한 장소가 운영시간상 가능한지 안내가 붙지만, 화면의 시간은 예상입니다. 실제 이동을 시작할 때는 다음 장소로 이동 버튼을 사용해 그 시점의 길을 다시 확인하도록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출처: 2026-10-07 한걸음 공개 모바일 웹앱 캡처. 발표 원고 기준 시간 1:00.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계획을 저장하면 이 기기의 브라우저에 보관됩니다. 저장 목록에서 다시 열거나 글로 볼 수 있고, 파일로 내보내 다른 곳에 백업할 수 있습니다. 인터넷이 없는 상황에서도 저장한 장소와 메모는 글로 확인할 수 있습니다. 다만 브라우저 데이터를 지우거나 기기를 바꾸면 자동으로 옮겨지지 않으므로, 중요한 계획은 파일로 내보내야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출처: 2026-10-07 한걸음 공개 모바일 웹앱 캡처. 발표 원고 기준 시간 0:45.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목포에 이어 강릉과 경주의 지역 소개 화면도 만들었습니다. 강릉은 호수와 바다, 경주는 유적과 골목을 중심으로 각 도시의 분위기와 여행 주제를 담았습니다. 홈에서 도시를 선택하면 두 지역의 화면을 실제로 둘러볼 수 있습니다. 여러 지역을 작업하면서 화면과 정보의 구성을 통일하는 일이 중요하다는 것도 느꼈습니다. 앞으로는 강릉과 경주에서 여행지를 더 자세히 살펴보고 하루 계획까지 세울 수 있는 기능을 추가해, 어느 도시에서도 같은 흐름으로 여행을 준비할 수 있게 만들고 싶습니다.</a:t>
            </a:r>
          </a:p>
          <a:p xmlns:a="http://schemas.openxmlformats.org/drawingml/2006/main"/>
          <a:p xmlns:a="http://schemas.openxmlformats.org/drawingml/2006/main">
            <a:r>
              <a:t>화면 출처: 2026-10-07 한걸음 공개 모바일 웹앱 캡처. 발표 원고 기준 시간 0:40.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제작 과정에서는 제가 사용 흐름과 화면 방향을 정하고, 결과를 보면서 수정 의견을 냈습니다. 특히 홈은 여행 다이어리 같은 분위기와 거북이 캐릭터가 자연스럽게 어울리도록 여러 번 조정했습니다. AI 도구는 화면 구현, 이미지 제작, 장소와 교통 자료 정리, 모바일 화면 확인과 기능 검증을 도왔습니다. 여러 지역을 작업하면서 통일이 안 된다는 걸 느꼈습니다. 그리고 요구사항을 구체적으로 정해야 원하는 앱이 나온다는 점을 배웠습니다. 검증 기록과 실제 공개 앱을 다시 대조해 발표에는 확인된 것만 담았습니다. 공개 주소는 슬라이드 아래에 있습니다.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출처: 2026-10-07 한걸음 공개 모바일 웹앱 캡처. 발표 원고 기준 시간 0:45.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4ed67df360e4a2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8e82759cef4daa" Type="http://schemas.openxmlformats.org/officeDocument/2006/relationships/slideLayout" Target="../slideLayouts/slideLayout1.xml"/><Relationship Id="R1dc5749210c34e9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8e82759cef4d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b64055c79384fdc" Type="http://schemas.openxmlformats.org/officeDocument/2006/relationships/slideLayout" Target="../slideLayouts/slideLayout1.xml"/><Relationship Id="R1655c473335a474d" Type="http://schemas.openxmlformats.org/officeDocument/2006/relationships/image" Target="../media/image.png"/><Relationship Id="Re8579778319f4f7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3d40c0a4b344390" Type="http://schemas.openxmlformats.org/officeDocument/2006/relationships/notesSlide" Target="../notesSlides/notesSlide2.xml"/><Relationship Id="R6829e78e289d4a87" Type="http://schemas.openxmlformats.org/officeDocument/2006/relationships/image" Target="../media/image2.png"/><Relationship Id="Ra125c55507b74764" Type="http://schemas.openxmlformats.org/officeDocument/2006/relationships/image" Target="../media/image3.png"/><Relationship Id="Rb73dc57d114745fe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56e9afe7a17441e" Type="http://schemas.openxmlformats.org/officeDocument/2006/relationships/notesSlide" Target="../notesSlides/notesSlide3.xml"/><Relationship Id="R3bcdb0e7eadf49d0" Type="http://schemas.openxmlformats.org/officeDocument/2006/relationships/image" Target="../media/image5.png"/><Relationship Id="R8ddc88b7942f46c4" Type="http://schemas.openxmlformats.org/officeDocument/2006/relationships/image" Target="../media/image6.png"/><Relationship Id="R986e208bb72841e9" Type="http://schemas.openxmlformats.org/officeDocument/2006/relationships/image" Target="../media/image4.png"/><Relationship Id="Rfe70adf9cc254ef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86cae14c81fc4b94" Type="http://schemas.openxmlformats.org/officeDocument/2006/relationships/image" Target="../media/image7.png"/><Relationship Id="R9425acfd46684df4" Type="http://schemas.openxmlformats.org/officeDocument/2006/relationships/slideLayout" Target="../slideLayouts/slideLayout1.xml"/><Relationship Id="Raabec922dea7439e" Type="http://schemas.openxmlformats.org/officeDocument/2006/relationships/image" Target="../media/image9.png"/><Relationship Id="Rca1deb78bb1c43bd" Type="http://schemas.openxmlformats.org/officeDocument/2006/relationships/image" Target="../media/image8.png"/><Relationship Id="Re16f9f21d6704dc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c8676be20e04acc" Type="http://schemas.openxmlformats.org/officeDocument/2006/relationships/notesSlide" Target="../notesSlides/notesSlide5.xml"/><Relationship Id="R26b1e94ff7f2492b" Type="http://schemas.openxmlformats.org/officeDocument/2006/relationships/image" Target="../media/image12.png"/><Relationship Id="R904de1f2c9f344b6" Type="http://schemas.openxmlformats.org/officeDocument/2006/relationships/image" Target="../media/image11.png"/><Relationship Id="Rba86f734837042ab" Type="http://schemas.openxmlformats.org/officeDocument/2006/relationships/image" Target="../media/image10.png"/><Relationship Id="Rc48f011419874ba0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63f5c6691dfb4f7f" Type="http://schemas.openxmlformats.org/officeDocument/2006/relationships/image" Target="../media/image13.png"/><Relationship Id="R90b69279412c4353" Type="http://schemas.openxmlformats.org/officeDocument/2006/relationships/image" Target="../media/image15.png"/><Relationship Id="Ra028f456bcef4e03" Type="http://schemas.openxmlformats.org/officeDocument/2006/relationships/slideLayout" Target="../slideLayouts/slideLayout1.xml"/><Relationship Id="Rb2999805ca854d5d" Type="http://schemas.openxmlformats.org/officeDocument/2006/relationships/image" Target="../media/image14.png"/><Relationship Id="Rd0f90f727f9a425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213d916ea09e4487" Type="http://schemas.openxmlformats.org/officeDocument/2006/relationships/image" Target="../media/image17.png"/><Relationship Id="R772eb5d0ea384dd2" Type="http://schemas.openxmlformats.org/officeDocument/2006/relationships/notesSlide" Target="../notesSlides/notesSlide7.xml"/><Relationship Id="R7754ecd551e1453a" Type="http://schemas.openxmlformats.org/officeDocument/2006/relationships/image" Target="../media/image18.png"/><Relationship Id="R98c24b91de644e2c" Type="http://schemas.openxmlformats.org/officeDocument/2006/relationships/slideLayout" Target="../slideLayouts/slideLayout1.xml"/><Relationship Id="Rf9f5547a95e14bbf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909085776c864e3a" Type="http://schemas.openxmlformats.org/officeDocument/2006/relationships/image" Target="../media/image21.png"/><Relationship Id="Rb4bcf952f2b04b03" Type="http://schemas.openxmlformats.org/officeDocument/2006/relationships/slideLayout" Target="../slideLayouts/slideLayout1.xml"/><Relationship Id="Re37c1cd2d96a495e" Type="http://schemas.openxmlformats.org/officeDocument/2006/relationships/image" Target="../media/image20.png"/><Relationship Id="Rea588ad86e154844" Type="http://schemas.openxmlformats.org/officeDocument/2006/relationships/image" Target="../media/image19.png"/><Relationship Id="Rea61891fd84b4b5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6d4289cac0d4bb0" Type="http://schemas.openxmlformats.org/officeDocument/2006/relationships/image" Target="../media/image23.png"/><Relationship Id="R8fe8cd587e134c60" Type="http://schemas.openxmlformats.org/officeDocument/2006/relationships/notesSlide" Target="../notesSlides/notesSlide9.xml"/><Relationship Id="R90633bb6196f4229" Type="http://schemas.openxmlformats.org/officeDocument/2006/relationships/slideLayout" Target="../slideLayouts/slideLayout1.xml"/><Relationship Id="R90aae0104f34411a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1fb2975841644f2c" Type="http://schemas.openxmlformats.org/officeDocument/2006/relationships/image" Target="../media/image24.png"/><Relationship Id="Rcffa204f2a9c4c83" Type="http://schemas.openxmlformats.org/officeDocument/2006/relationships/slideLayout" Target="../slideLayouts/slideLayout1.xml"/><Relationship Id="Rfb0b9de9759a4e5d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D4B5A-8423-40CF-8EE2-DF7C8E53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한걸음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786B2-82D5-499D-B353-928ED261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내 속도로 짜는 하루 여행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79248-79EB-4E36-AF97-9C83C814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장소 찾기와 운영시간·이동 확인을 한곳에서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B7D68-48E1-4A7D-9F7D-61DAD026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D825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D8258"/>
                </a:solidFill>
                <a:latin typeface="Noto Sans KR"/>
                <a:ea typeface="Noto Sans KR"/>
                <a:cs typeface="Noto Sans KR"/>
              </a:rPr>
              <a:t>약 7분 발표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5c473335a474d"/>
          <a:stretch xmlns:a="http://schemas.openxmlformats.org/drawingml/2006/main"/>
        </p:blipFill>
        <p:spPr>
          <a:xfrm xmlns:a="http://schemas.openxmlformats.org/drawingml/2006/main">
            <a:off x="7761182" y="333375"/>
            <a:ext cx="2860886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61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D63B0-4DC7-4F56-9387-2C00C7BC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여행의 시작은 홈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C5BE8-1C6E-4ED3-89E8-AAE27F37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77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여행지 검색, 취향 선택, 도시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25E4A-6186-440B-957A-8790A169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02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20F9F-457B-463F-B586-70063EF1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097" y="1285875"/>
            <a:ext cx="240596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첫 화면과 취향 선택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e78e289d4a87"/>
          <a:stretch xmlns:a="http://schemas.openxmlformats.org/drawingml/2006/main"/>
        </p:blipFill>
        <p:spPr>
          <a:xfrm xmlns:a="http://schemas.openxmlformats.org/drawingml/2006/main">
            <a:off x="3094722" y="1638300"/>
            <a:ext cx="2310715" cy="5000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7AAD6-45B6-436E-B3A9-11AAEEE5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1285875"/>
            <a:ext cx="240596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여행지 카드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5c55507b74764"/>
          <a:stretch xmlns:a="http://schemas.openxmlformats.org/drawingml/2006/main"/>
        </p:blipFill>
        <p:spPr>
          <a:xfrm xmlns:a="http://schemas.openxmlformats.org/drawingml/2006/main">
            <a:off x="6786563" y="1638300"/>
            <a:ext cx="2310715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38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4A46D-F679-4186-8915-10CB936A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도시를 고른 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7EA6B-8521-40F6-A3F1-C8E2D871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77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추천 루트, 여행지, 여행 정보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9E7F0-31FB-4F1D-9AC8-5E54F057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03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2FED4-B1B5-4555-B5A3-0C35E7AB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893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추천 루트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e208bb72841e9"/>
          <a:stretch xmlns:a="http://schemas.openxmlformats.org/drawingml/2006/main"/>
        </p:blipFill>
        <p:spPr>
          <a:xfrm xmlns:a="http://schemas.openxmlformats.org/drawingml/2006/main">
            <a:off x="1447518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103EA-AA87-4E41-8AA0-557B7A25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031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여행지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db0e7eadf49d0"/>
          <a:stretch xmlns:a="http://schemas.openxmlformats.org/drawingml/2006/main"/>
        </p:blipFill>
        <p:spPr>
          <a:xfrm xmlns:a="http://schemas.openxmlformats.org/drawingml/2006/main">
            <a:off x="4984656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DEF00-10D8-49D7-94DC-DFA82892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169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여행 정보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c88b7942f46c4"/>
          <a:stretch xmlns:a="http://schemas.openxmlformats.org/drawingml/2006/main"/>
        </p:blipFill>
        <p:spPr>
          <a:xfrm xmlns:a="http://schemas.openxmlformats.org/drawingml/2006/main">
            <a:off x="8521794" y="1638300"/>
            <a:ext cx="2222688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63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9DB52-E7A0-492A-820F-36B84DAD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지도로 장소 찾기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4F412-78BD-46B3-A060-47B5217B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77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지도와 목록을 오가며 유형을 좁히기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BDB0E-6357-49BD-85A5-0EF2903A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04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ED9D6-4E78-492E-A32C-E725385C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893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ae14c81fc4b94"/>
          <a:stretch xmlns:a="http://schemas.openxmlformats.org/drawingml/2006/main"/>
        </p:blipFill>
        <p:spPr>
          <a:xfrm xmlns:a="http://schemas.openxmlformats.org/drawingml/2006/main">
            <a:off x="1447518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29D87-BBFE-419A-9BED-4ADF1852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031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목록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deb78bb1c43bd"/>
          <a:stretch xmlns:a="http://schemas.openxmlformats.org/drawingml/2006/main"/>
        </p:blipFill>
        <p:spPr>
          <a:xfrm xmlns:a="http://schemas.openxmlformats.org/drawingml/2006/main">
            <a:off x="4984656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42972-16AB-46A6-A730-8CB582BE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169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유형 필터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ec922dea7439e"/>
          <a:stretch xmlns:a="http://schemas.openxmlformats.org/drawingml/2006/main"/>
        </p:blipFill>
        <p:spPr>
          <a:xfrm xmlns:a="http://schemas.openxmlformats.org/drawingml/2006/main">
            <a:off x="8521794" y="1638300"/>
            <a:ext cx="2222688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766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AE7B7-FEF6-4F23-A555-ED5097D7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장소를 고를 때 확인하는 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64644-8ECF-4C47-BEF6-DDE34C03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77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방문 안내, 운영시간, 함께 둘러보기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4D0CA-17E7-4DC0-923A-9F3FEC4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05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87AFF-116F-4660-8572-BE9BED8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893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방문 안내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6f734837042ab"/>
          <a:stretch xmlns:a="http://schemas.openxmlformats.org/drawingml/2006/main"/>
        </p:blipFill>
        <p:spPr>
          <a:xfrm xmlns:a="http://schemas.openxmlformats.org/drawingml/2006/main">
            <a:off x="1447518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8F90E-BC85-4DCB-8D5F-5758E460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031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운영시간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de1f2c9f344b6"/>
          <a:stretch xmlns:a="http://schemas.openxmlformats.org/drawingml/2006/main"/>
        </p:blipFill>
        <p:spPr>
          <a:xfrm xmlns:a="http://schemas.openxmlformats.org/drawingml/2006/main">
            <a:off x="4984656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76AF9-0FE3-4B21-AD99-D9CE2750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169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주변 장소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1e94ff7f2492b"/>
          <a:stretch xmlns:a="http://schemas.openxmlformats.org/drawingml/2006/main"/>
        </p:blipFill>
        <p:spPr>
          <a:xfrm xmlns:a="http://schemas.openxmlformats.org/drawingml/2006/main">
            <a:off x="8521794" y="1638300"/>
            <a:ext cx="2222688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42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8EA4D-D0EF-4613-8FE7-148BE3FA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하루 동선 고르기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1B604-3108-4B10-B26F-0D578CB4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77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조건을 입력하고 검토용 루트를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0C3A4-9EFD-4E0F-8D74-60BC2912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06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653C6-DCF6-489F-AC49-497427C5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893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출발·도착 맞춤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5c6691dfb4f7f"/>
          <a:stretch xmlns:a="http://schemas.openxmlformats.org/drawingml/2006/main"/>
        </p:blipFill>
        <p:spPr>
          <a:xfrm xmlns:a="http://schemas.openxmlformats.org/drawingml/2006/main">
            <a:off x="1447518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E5B7A-C38E-4B59-9E41-171654A4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031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테마별 보기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99805ca854d5d"/>
          <a:stretch xmlns:a="http://schemas.openxmlformats.org/drawingml/2006/main"/>
        </p:blipFill>
        <p:spPr>
          <a:xfrm xmlns:a="http://schemas.openxmlformats.org/drawingml/2006/main">
            <a:off x="4984656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D6BC3-A89F-4ED0-9128-4C1B333E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169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검토용 루트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69279412c4353"/>
          <a:stretch xmlns:a="http://schemas.openxmlformats.org/drawingml/2006/main"/>
        </p:blipFill>
        <p:spPr>
          <a:xfrm xmlns:a="http://schemas.openxmlformats.org/drawingml/2006/main">
            <a:off x="8521794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220D4-74E1-4860-A02E-18DF6498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7700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이동 거리 미확인 구간은 검토용으로 표시</a:t>
            </a:r>
          </a:p>
        </p:txBody>
      </p:sp>
    </p:spTree>
    <p:extLst>
      <p:ext uri="{BB962C8B-B14F-4D97-AF65-F5344CB8AC3E}">
        <p14:creationId xmlns:p14="http://schemas.microsoft.com/office/powerpoint/2010/main" val="816155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4539C-6DB8-437B-A879-94B3A35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내 계획표 만들기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B9A5E-593D-4517-BB6F-C611FCC2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77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시간 칸 선택, 장소 추가, 일정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F841C-2DC7-4FB0-B98F-D9674098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07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C8627-7000-40EE-BA33-2AA85571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893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시간계획표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5547a95e14bbf"/>
          <a:stretch xmlns:a="http://schemas.openxmlformats.org/drawingml/2006/main"/>
        </p:blipFill>
        <p:spPr>
          <a:xfrm xmlns:a="http://schemas.openxmlformats.org/drawingml/2006/main">
            <a:off x="1447518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547D3-2F3B-4D54-A458-BC7ADEA2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031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시간 칸 편집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d916ea09e4487"/>
          <a:stretch xmlns:a="http://schemas.openxmlformats.org/drawingml/2006/main"/>
        </p:blipFill>
        <p:spPr>
          <a:xfrm xmlns:a="http://schemas.openxmlformats.org/drawingml/2006/main">
            <a:off x="4984656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45092-9B95-497F-9D23-967DDC30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169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장소를 넣은 일정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4ecd551e1453a"/>
          <a:stretch xmlns:a="http://schemas.openxmlformats.org/drawingml/2006/main"/>
        </p:blipFill>
        <p:spPr>
          <a:xfrm xmlns:a="http://schemas.openxmlformats.org/drawingml/2006/main">
            <a:off x="8521794" y="1638300"/>
            <a:ext cx="2222688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727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B1537-8041-465A-BD8E-EC680B98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계획 저장과 다시 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F68FB-71A1-42F2-BDC2-938AC28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77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기기 저장, 글로 보기, 파일 내보내기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5754E-8106-4E6F-B28B-713C7AF3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08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1368A-D58B-4670-AA78-87DD29EC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893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처음 저장 화면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88ad86e154844"/>
          <a:stretch xmlns:a="http://schemas.openxmlformats.org/drawingml/2006/main"/>
        </p:blipFill>
        <p:spPr>
          <a:xfrm xmlns:a="http://schemas.openxmlformats.org/drawingml/2006/main">
            <a:off x="1447518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B6E74-17D7-4FA0-A122-5EAF6D58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031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저장한 계획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c1cd2d96a495e"/>
          <a:stretch xmlns:a="http://schemas.openxmlformats.org/drawingml/2006/main"/>
        </p:blipFill>
        <p:spPr>
          <a:xfrm xmlns:a="http://schemas.openxmlformats.org/drawingml/2006/main">
            <a:off x="4984656" y="1638300"/>
            <a:ext cx="2222688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D1036-E4B8-4DB0-9C02-DED6066E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169" y="1285875"/>
            <a:ext cx="23179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글로 보기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085776c864e3a"/>
          <a:stretch xmlns:a="http://schemas.openxmlformats.org/drawingml/2006/main"/>
        </p:blipFill>
        <p:spPr>
          <a:xfrm xmlns:a="http://schemas.openxmlformats.org/drawingml/2006/main">
            <a:off x="8521794" y="1638300"/>
            <a:ext cx="2222688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116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263A7-F361-4505-BD47-1E277631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강릉·경주 지역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D0F96-CA6F-4740-BBC5-A762590B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77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두 도시의 소개 화면도 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DE57F-CACE-4E87-A7DC-F58972FE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09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4FE09-8788-470A-910D-1A88AA50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097" y="1285875"/>
            <a:ext cx="240596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강릉 지역 화면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ae0104f34411a"/>
          <a:stretch xmlns:a="http://schemas.openxmlformats.org/drawingml/2006/main"/>
        </p:blipFill>
        <p:spPr>
          <a:xfrm xmlns:a="http://schemas.openxmlformats.org/drawingml/2006/main">
            <a:off x="3094722" y="1638300"/>
            <a:ext cx="2310715" cy="5000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1826-2FC0-4260-9ECA-94C7323A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1285875"/>
            <a:ext cx="240596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경주 지역 화면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4289cac0d4bb0"/>
          <a:stretch xmlns:a="http://schemas.openxmlformats.org/drawingml/2006/main"/>
        </p:blipFill>
        <p:spPr>
          <a:xfrm xmlns:a="http://schemas.openxmlformats.org/drawingml/2006/main">
            <a:off x="6786563" y="1638300"/>
            <a:ext cx="2310715" cy="5000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2A1D9-65C4-4CB1-830F-3EEEB1FB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지역별 분위기를 담은 화면</a:t>
            </a:r>
          </a:p>
        </p:txBody>
      </p:sp>
    </p:spTree>
    <p:extLst>
      <p:ext uri="{BB962C8B-B14F-4D97-AF65-F5344CB8AC3E}">
        <p14:creationId xmlns:p14="http://schemas.microsoft.com/office/powerpoint/2010/main" val="507800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64194-2FBD-4262-96B4-10C7A10A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제작 과정과 배운 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6BFCA-3C67-4AB2-84CA-20CEB3CF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77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내가 방향을 정하고 AI 결과를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6C071-9F89-4546-96C5-4C423168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B3843-8096-4D65-8662-0CC15FAB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1  방향 결정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6BB32-DB49-4EF2-9805-5363EE39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하루 여행의 사용 흐름과 홈 화면 분위기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3DBE0-5C20-4A58-872B-BEE8D5EB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2  AI 도구 활용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AE103-9EA1-43B5-902F-99CEE9DD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화면 구현, 이미지 제작, 장소·교통 자료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E4AD6-B9A0-4912-BC50-9640A798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3  배운 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C08E6-D241-4637-9AA7-F39F41F5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여러 지역 작업에서 통일이 안 된다고 느낌</a:t>
            </a:r>
          </a:p>
          <a:p xmlns:a="http://schemas.openxmlformats.org/drawingml/2006/main">
            <a:pPr algn="l">
              <a:defRPr sz="1875" b="0">
                <a:solidFill>
                  <a:srgbClr val="193F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93F30"/>
                </a:solidFill>
                <a:latin typeface="Noto Sans KR"/>
                <a:ea typeface="Noto Sans KR"/>
                <a:cs typeface="Noto Sans KR"/>
              </a:rPr>
              <a:t>요구사항을 구체적으로 정해야 원하는 앱이 나옴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E695A-AAD1-4403-8AA4-4FCDC1FA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77363"/>
                </a:solidFill>
                <a:latin typeface="Noto Sans KR"/>
                <a:ea typeface="Noto Sans KR"/>
                <a:cs typeface="Noto Sans KR"/>
              </a:rPr>
              <a:t>공개 앱  https://mokpo-day-planner.sooyeon-jun-0389.chatgpt.site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2975841644f2c"/>
          <a:stretch xmlns:a="http://schemas.openxmlformats.org/drawingml/2006/main"/>
        </p:blipFill>
        <p:spPr>
          <a:xfrm xmlns:a="http://schemas.openxmlformats.org/drawingml/2006/main">
            <a:off x="10477500" y="4807611"/>
            <a:ext cx="1047750" cy="9575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62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2026-10-07T09:38:06.4350000Z</dcterms:created>
  <dcterms:modified xsi:type="dcterms:W3CDTF">2026-10-07T09:38:06.4360000Z</dcterms:modified>
</coreProperties>
</file>